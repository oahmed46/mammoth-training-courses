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5143500" cx="9144000"/>
  <p:notesSz cx="6858000" cy="9144000"/>
  <p:embeddedFontLst>
    <p:embeddedFont>
      <p:font typeface="Raleway"/>
      <p:regular r:id="rId19"/>
      <p:bold r:id="rId20"/>
      <p:italic r:id="rId21"/>
      <p:boldItalic r:id="rId22"/>
    </p:embeddedFont>
    <p:embeddedFont>
      <p:font typeface="Roboto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889AA72-8034-4942-A799-95D02FB3FEAD}">
  <a:tblStyle styleId="{6889AA72-8034-4942-A799-95D02FB3FEA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bold.fntdata"/><Relationship Id="rId22" Type="http://schemas.openxmlformats.org/officeDocument/2006/relationships/font" Target="fonts/Raleway-boldItalic.fntdata"/><Relationship Id="rId21" Type="http://schemas.openxmlformats.org/officeDocument/2006/relationships/font" Target="fonts/Raleway-italic.fntdata"/><Relationship Id="rId24" Type="http://schemas.openxmlformats.org/officeDocument/2006/relationships/font" Target="fonts/Roboto-bold.fntdata"/><Relationship Id="rId23" Type="http://schemas.openxmlformats.org/officeDocument/2006/relationships/font" Target="fonts/Robot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Roboto-boldItalic.fntdata"/><Relationship Id="rId25" Type="http://schemas.openxmlformats.org/officeDocument/2006/relationships/font" Target="fonts/Roboto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Raleway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1c531556375_0_62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1c531556375_0_6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bd300107c3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1bd300107c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1bd300107c3_0_8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1bd300107c3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1c531556375_0_71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1c531556375_0_7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1c531556375_0_72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1c531556375_0_7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1c531556375_0_72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1c531556375_0_7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1c531556375_0_73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1c531556375_0_7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c531556375_0_74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1c531556375_0_7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1c531556375_0_74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1c531556375_0_7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1c531556375_0_75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1c531556375_0_7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1c531556375_0_75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1c531556375_0_7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1bd300107c3_0_6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1bd300107c3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495450" y="1819850"/>
            <a:ext cx="8153100" cy="267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b="1" sz="4800"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7" name="Google Shape;47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rgbClr val="FFF8E7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/>
          <p:nvPr/>
        </p:nvSpPr>
        <p:spPr>
          <a:xfrm flipH="1">
            <a:off x="0" y="14925"/>
            <a:ext cx="9144000" cy="51435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3"/>
          <p:cNvSpPr txBox="1"/>
          <p:nvPr>
            <p:ph type="ctrTitle"/>
          </p:nvPr>
        </p:nvSpPr>
        <p:spPr>
          <a:xfrm>
            <a:off x="669575" y="1563450"/>
            <a:ext cx="5250300" cy="100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2"/>
                </a:solidFill>
              </a:rPr>
              <a:t>Remove Duplicates </a:t>
            </a:r>
            <a:r>
              <a:rPr b="0" lang="en" sz="3600">
                <a:solidFill>
                  <a:schemeClr val="dk2"/>
                </a:solidFill>
              </a:rPr>
              <a:t>from List</a:t>
            </a:r>
            <a:endParaRPr b="0" i="1" sz="2600">
              <a:solidFill>
                <a:schemeClr val="dk2"/>
              </a:solidFill>
            </a:endParaRPr>
          </a:p>
        </p:txBody>
      </p:sp>
      <p:sp>
        <p:nvSpPr>
          <p:cNvPr id="66" name="Google Shape;66;p13"/>
          <p:cNvSpPr txBox="1"/>
          <p:nvPr>
            <p:ph type="ctrTitle"/>
          </p:nvPr>
        </p:nvSpPr>
        <p:spPr>
          <a:xfrm>
            <a:off x="4947900" y="2571750"/>
            <a:ext cx="4196100" cy="238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{ ? }</a:t>
            </a:r>
            <a:endParaRPr b="0" sz="17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1" name="Google Shape;71;p14"/>
          <p:cNvGraphicFramePr/>
          <p:nvPr/>
        </p:nvGraphicFramePr>
        <p:xfrm>
          <a:off x="952500" y="1587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{6889AA72-8034-4942-A799-95D02FB3FEAD}</a:tableStyleId>
              </a:tblPr>
              <a:tblGrid>
                <a:gridCol w="1447800"/>
                <a:gridCol w="1447800"/>
                <a:gridCol w="1447800"/>
                <a:gridCol w="1447800"/>
                <a:gridCol w="1447800"/>
              </a:tblGrid>
              <a:tr h="1205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1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66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3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3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3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4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2" name="Google Shape;72;p14"/>
          <p:cNvSpPr txBox="1"/>
          <p:nvPr>
            <p:ph type="ctrTitle"/>
          </p:nvPr>
        </p:nvSpPr>
        <p:spPr>
          <a:xfrm>
            <a:off x="1860425" y="530350"/>
            <a:ext cx="6112800" cy="77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b="0" lang="en" sz="2900">
                <a:solidFill>
                  <a:schemeClr val="dk2"/>
                </a:solidFill>
              </a:rPr>
              <a:t> </a:t>
            </a:r>
            <a:endParaRPr sz="2900">
              <a:solidFill>
                <a:schemeClr val="dk2"/>
              </a:solidFill>
            </a:endParaRPr>
          </a:p>
        </p:txBody>
      </p:sp>
      <p:sp>
        <p:nvSpPr>
          <p:cNvPr id="73" name="Google Shape;73;p14"/>
          <p:cNvSpPr txBox="1"/>
          <p:nvPr>
            <p:ph type="ctrTitle"/>
          </p:nvPr>
        </p:nvSpPr>
        <p:spPr>
          <a:xfrm>
            <a:off x="858700" y="4071350"/>
            <a:ext cx="7708500" cy="77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0" i="1" lang="en" sz="2900">
                <a:solidFill>
                  <a:schemeClr val="dk2"/>
                </a:solidFill>
              </a:rPr>
              <a:t> </a:t>
            </a:r>
            <a:endParaRPr b="0" sz="2900" u="sng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8" name="Google Shape;78;p15"/>
          <p:cNvGraphicFramePr/>
          <p:nvPr/>
        </p:nvGraphicFramePr>
        <p:xfrm>
          <a:off x="952500" y="1587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{6889AA72-8034-4942-A799-95D02FB3FEAD}</a:tableStyleId>
              </a:tblPr>
              <a:tblGrid>
                <a:gridCol w="1447800"/>
                <a:gridCol w="1447800"/>
                <a:gridCol w="1447800"/>
                <a:gridCol w="1447800"/>
                <a:gridCol w="1447800"/>
              </a:tblGrid>
              <a:tr h="1205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1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66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3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3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3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4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9" name="Google Shape;79;p15"/>
          <p:cNvSpPr txBox="1"/>
          <p:nvPr>
            <p:ph type="ctrTitle"/>
          </p:nvPr>
        </p:nvSpPr>
        <p:spPr>
          <a:xfrm>
            <a:off x="1860425" y="530350"/>
            <a:ext cx="6112800" cy="77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b="0" lang="en" sz="2900">
                <a:solidFill>
                  <a:schemeClr val="dk2"/>
                </a:solidFill>
              </a:rPr>
              <a:t>Next non-duplicate index: </a:t>
            </a:r>
            <a:r>
              <a:rPr lang="en" sz="2900">
                <a:solidFill>
                  <a:schemeClr val="dk2"/>
                </a:solidFill>
              </a:rPr>
              <a:t>1</a:t>
            </a:r>
            <a:endParaRPr sz="2900">
              <a:solidFill>
                <a:schemeClr val="dk2"/>
              </a:solidFill>
            </a:endParaRPr>
          </a:p>
        </p:txBody>
      </p:sp>
      <p:sp>
        <p:nvSpPr>
          <p:cNvPr id="80" name="Google Shape;80;p15"/>
          <p:cNvSpPr txBox="1"/>
          <p:nvPr>
            <p:ph type="ctrTitle"/>
          </p:nvPr>
        </p:nvSpPr>
        <p:spPr>
          <a:xfrm>
            <a:off x="858700" y="4071350"/>
            <a:ext cx="7708500" cy="77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0" i="1" lang="en" sz="2900">
                <a:solidFill>
                  <a:schemeClr val="dk2"/>
                </a:solidFill>
              </a:rPr>
              <a:t>Check if </a:t>
            </a:r>
            <a:r>
              <a:rPr lang="en" sz="2900">
                <a:solidFill>
                  <a:schemeClr val="dk2"/>
                </a:solidFill>
              </a:rPr>
              <a:t>element[next non-duplicate index - 1]</a:t>
            </a:r>
            <a:r>
              <a:rPr b="0" lang="en" sz="2900">
                <a:solidFill>
                  <a:schemeClr val="dk2"/>
                </a:solidFill>
              </a:rPr>
              <a:t> != </a:t>
            </a:r>
            <a:r>
              <a:rPr b="0" lang="en" sz="2900" u="sng">
                <a:solidFill>
                  <a:schemeClr val="dk2"/>
                </a:solidFill>
                <a:highlight>
                  <a:srgbClr val="F96611"/>
                </a:highlight>
              </a:rPr>
              <a:t>current element </a:t>
            </a:r>
            <a:endParaRPr b="0" i="1" sz="2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5" name="Google Shape;85;p16"/>
          <p:cNvGraphicFramePr/>
          <p:nvPr/>
        </p:nvGraphicFramePr>
        <p:xfrm>
          <a:off x="952500" y="1587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{6889AA72-8034-4942-A799-95D02FB3FEAD}</a:tableStyleId>
              </a:tblPr>
              <a:tblGrid>
                <a:gridCol w="1447800"/>
                <a:gridCol w="1447800"/>
                <a:gridCol w="1447800"/>
                <a:gridCol w="1447800"/>
                <a:gridCol w="1447800"/>
              </a:tblGrid>
              <a:tr h="1205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1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A77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3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66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3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3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4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6" name="Google Shape;86;p16"/>
          <p:cNvSpPr txBox="1"/>
          <p:nvPr>
            <p:ph type="ctrTitle"/>
          </p:nvPr>
        </p:nvSpPr>
        <p:spPr>
          <a:xfrm>
            <a:off x="1860425" y="530350"/>
            <a:ext cx="6112800" cy="77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b="0" lang="en" sz="2900">
                <a:solidFill>
                  <a:schemeClr val="dk2"/>
                </a:solidFill>
              </a:rPr>
              <a:t>Next non-duplicate index: </a:t>
            </a:r>
            <a:r>
              <a:rPr lang="en" sz="2900">
                <a:solidFill>
                  <a:schemeClr val="dk2"/>
                </a:solidFill>
              </a:rPr>
              <a:t>1</a:t>
            </a:r>
            <a:endParaRPr sz="2900">
              <a:solidFill>
                <a:schemeClr val="dk2"/>
              </a:solidFill>
            </a:endParaRPr>
          </a:p>
        </p:txBody>
      </p:sp>
      <p:sp>
        <p:nvSpPr>
          <p:cNvPr id="87" name="Google Shape;87;p16"/>
          <p:cNvSpPr txBox="1"/>
          <p:nvPr>
            <p:ph type="ctrTitle"/>
          </p:nvPr>
        </p:nvSpPr>
        <p:spPr>
          <a:xfrm>
            <a:off x="858700" y="4071350"/>
            <a:ext cx="7708500" cy="77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0" i="1" lang="en" sz="2900">
                <a:solidFill>
                  <a:schemeClr val="dk2"/>
                </a:solidFill>
              </a:rPr>
              <a:t>Check if </a:t>
            </a:r>
            <a:r>
              <a:rPr lang="en" sz="2900">
                <a:solidFill>
                  <a:schemeClr val="dk2"/>
                </a:solidFill>
              </a:rPr>
              <a:t>element[next non-duplicate index - 1]</a:t>
            </a:r>
            <a:r>
              <a:rPr b="0" lang="en" sz="2900">
                <a:solidFill>
                  <a:schemeClr val="dk2"/>
                </a:solidFill>
              </a:rPr>
              <a:t> != </a:t>
            </a:r>
            <a:r>
              <a:rPr b="0" lang="en" sz="2900" u="sng">
                <a:solidFill>
                  <a:schemeClr val="dk2"/>
                </a:solidFill>
                <a:highlight>
                  <a:srgbClr val="F96611"/>
                </a:highlight>
              </a:rPr>
              <a:t>current element</a:t>
            </a:r>
            <a:endParaRPr b="0" sz="2900" u="sng">
              <a:solidFill>
                <a:schemeClr val="dk2"/>
              </a:solidFill>
              <a:highlight>
                <a:srgbClr val="F96611"/>
              </a:highlight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2" name="Google Shape;92;p17"/>
          <p:cNvGraphicFramePr/>
          <p:nvPr/>
        </p:nvGraphicFramePr>
        <p:xfrm>
          <a:off x="952500" y="1587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{6889AA72-8034-4942-A799-95D02FB3FEAD}</a:tableStyleId>
              </a:tblPr>
              <a:tblGrid>
                <a:gridCol w="1447800"/>
                <a:gridCol w="1447800"/>
                <a:gridCol w="1447800"/>
                <a:gridCol w="1447800"/>
                <a:gridCol w="1447800"/>
              </a:tblGrid>
              <a:tr h="1205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1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A77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3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66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3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3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4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3" name="Google Shape;93;p17"/>
          <p:cNvSpPr txBox="1"/>
          <p:nvPr>
            <p:ph type="ctrTitle"/>
          </p:nvPr>
        </p:nvSpPr>
        <p:spPr>
          <a:xfrm>
            <a:off x="1860425" y="530350"/>
            <a:ext cx="6112800" cy="77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b="0" lang="en" sz="2900">
                <a:solidFill>
                  <a:schemeClr val="dk2"/>
                </a:solidFill>
              </a:rPr>
              <a:t>Next non-duplicate index: </a:t>
            </a:r>
            <a:r>
              <a:rPr lang="en" sz="2900">
                <a:solidFill>
                  <a:schemeClr val="dk2"/>
                </a:solidFill>
              </a:rPr>
              <a:t>1</a:t>
            </a:r>
            <a:endParaRPr sz="2900">
              <a:solidFill>
                <a:schemeClr val="dk2"/>
              </a:solidFill>
            </a:endParaRPr>
          </a:p>
        </p:txBody>
      </p:sp>
      <p:sp>
        <p:nvSpPr>
          <p:cNvPr id="94" name="Google Shape;94;p17"/>
          <p:cNvSpPr txBox="1"/>
          <p:nvPr>
            <p:ph type="ctrTitle"/>
          </p:nvPr>
        </p:nvSpPr>
        <p:spPr>
          <a:xfrm>
            <a:off x="858700" y="4071350"/>
            <a:ext cx="7708500" cy="77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0" lang="en" sz="2700">
                <a:solidFill>
                  <a:schemeClr val="dk2"/>
                </a:solidFill>
              </a:rPr>
              <a:t>Replace element at </a:t>
            </a:r>
            <a:r>
              <a:rPr lang="en" sz="2700">
                <a:solidFill>
                  <a:schemeClr val="dk2"/>
                </a:solidFill>
              </a:rPr>
              <a:t>Next non-duplicate index</a:t>
            </a:r>
            <a:endParaRPr b="0" sz="2900" u="sng">
              <a:solidFill>
                <a:schemeClr val="dk2"/>
              </a:solidFill>
              <a:highlight>
                <a:srgbClr val="F96611"/>
              </a:highlight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9" name="Google Shape;99;p18"/>
          <p:cNvGraphicFramePr/>
          <p:nvPr/>
        </p:nvGraphicFramePr>
        <p:xfrm>
          <a:off x="952500" y="1587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{6889AA72-8034-4942-A799-95D02FB3FEAD}</a:tableStyleId>
              </a:tblPr>
              <a:tblGrid>
                <a:gridCol w="1447800"/>
                <a:gridCol w="1447800"/>
                <a:gridCol w="1447800"/>
                <a:gridCol w="1447800"/>
                <a:gridCol w="1447800"/>
              </a:tblGrid>
              <a:tr h="1205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1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3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3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3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4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0" name="Google Shape;100;p18"/>
          <p:cNvSpPr txBox="1"/>
          <p:nvPr>
            <p:ph type="ctrTitle"/>
          </p:nvPr>
        </p:nvSpPr>
        <p:spPr>
          <a:xfrm>
            <a:off x="1860425" y="530350"/>
            <a:ext cx="6112800" cy="77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b="0" lang="en" sz="2900">
                <a:solidFill>
                  <a:schemeClr val="dk2"/>
                </a:solidFill>
              </a:rPr>
              <a:t>Next non-duplicate index: </a:t>
            </a:r>
            <a:r>
              <a:rPr lang="en" sz="2900">
                <a:solidFill>
                  <a:schemeClr val="dk2"/>
                </a:solidFill>
              </a:rPr>
              <a:t>2</a:t>
            </a:r>
            <a:endParaRPr sz="2900">
              <a:solidFill>
                <a:schemeClr val="dk2"/>
              </a:solidFill>
            </a:endParaRPr>
          </a:p>
        </p:txBody>
      </p:sp>
      <p:sp>
        <p:nvSpPr>
          <p:cNvPr id="101" name="Google Shape;101;p18"/>
          <p:cNvSpPr txBox="1"/>
          <p:nvPr>
            <p:ph type="ctrTitle"/>
          </p:nvPr>
        </p:nvSpPr>
        <p:spPr>
          <a:xfrm>
            <a:off x="858700" y="4071350"/>
            <a:ext cx="7708500" cy="77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lang="en" sz="2700">
                <a:solidFill>
                  <a:schemeClr val="dk2"/>
                </a:solidFill>
              </a:rPr>
              <a:t>Increment </a:t>
            </a:r>
            <a:r>
              <a:rPr lang="en" sz="2700">
                <a:solidFill>
                  <a:schemeClr val="dk2"/>
                </a:solidFill>
              </a:rPr>
              <a:t>Next non-duplicate index</a:t>
            </a:r>
            <a:endParaRPr sz="2700" u="sng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b="0" sz="27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6" name="Google Shape;106;p19"/>
          <p:cNvGraphicFramePr/>
          <p:nvPr/>
        </p:nvGraphicFramePr>
        <p:xfrm>
          <a:off x="952500" y="1587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{6889AA72-8034-4942-A799-95D02FB3FEAD}</a:tableStyleId>
              </a:tblPr>
              <a:tblGrid>
                <a:gridCol w="1447800"/>
                <a:gridCol w="1447800"/>
                <a:gridCol w="1447800"/>
                <a:gridCol w="1447800"/>
                <a:gridCol w="1447800"/>
              </a:tblGrid>
              <a:tr h="1205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1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3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A77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3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66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3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4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7" name="Google Shape;107;p19"/>
          <p:cNvSpPr txBox="1"/>
          <p:nvPr>
            <p:ph type="ctrTitle"/>
          </p:nvPr>
        </p:nvSpPr>
        <p:spPr>
          <a:xfrm>
            <a:off x="1860425" y="530350"/>
            <a:ext cx="6112800" cy="77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b="0" lang="en" sz="2900">
                <a:solidFill>
                  <a:schemeClr val="dk2"/>
                </a:solidFill>
              </a:rPr>
              <a:t>Next non-duplicate index: </a:t>
            </a:r>
            <a:r>
              <a:rPr lang="en" sz="2900">
                <a:solidFill>
                  <a:schemeClr val="dk2"/>
                </a:solidFill>
              </a:rPr>
              <a:t>2</a:t>
            </a:r>
            <a:endParaRPr sz="2900">
              <a:solidFill>
                <a:schemeClr val="dk2"/>
              </a:solidFill>
            </a:endParaRPr>
          </a:p>
        </p:txBody>
      </p:sp>
      <p:sp>
        <p:nvSpPr>
          <p:cNvPr id="108" name="Google Shape;108;p19"/>
          <p:cNvSpPr txBox="1"/>
          <p:nvPr>
            <p:ph type="ctrTitle"/>
          </p:nvPr>
        </p:nvSpPr>
        <p:spPr>
          <a:xfrm>
            <a:off x="858700" y="4071350"/>
            <a:ext cx="7708500" cy="77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0" i="1" lang="en" sz="2900">
                <a:solidFill>
                  <a:schemeClr val="dk2"/>
                </a:solidFill>
              </a:rPr>
              <a:t>Check if </a:t>
            </a:r>
            <a:r>
              <a:rPr lang="en" sz="2900">
                <a:solidFill>
                  <a:schemeClr val="dk2"/>
                </a:solidFill>
              </a:rPr>
              <a:t>element[next non-duplicate index - 1]</a:t>
            </a:r>
            <a:r>
              <a:rPr b="0" lang="en" sz="2900">
                <a:solidFill>
                  <a:schemeClr val="dk2"/>
                </a:solidFill>
              </a:rPr>
              <a:t> != </a:t>
            </a:r>
            <a:r>
              <a:rPr b="0" lang="en" sz="2900" u="sng">
                <a:solidFill>
                  <a:schemeClr val="dk2"/>
                </a:solidFill>
                <a:highlight>
                  <a:srgbClr val="F96611"/>
                </a:highlight>
              </a:rPr>
              <a:t>current element </a:t>
            </a:r>
            <a:endParaRPr b="0" sz="27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3" name="Google Shape;113;p20"/>
          <p:cNvGraphicFramePr/>
          <p:nvPr/>
        </p:nvGraphicFramePr>
        <p:xfrm>
          <a:off x="952500" y="1587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{6889AA72-8034-4942-A799-95D02FB3FEAD}</a:tableStyleId>
              </a:tblPr>
              <a:tblGrid>
                <a:gridCol w="1447800"/>
                <a:gridCol w="1447800"/>
                <a:gridCol w="1447800"/>
                <a:gridCol w="1447800"/>
                <a:gridCol w="1447800"/>
              </a:tblGrid>
              <a:tr h="1205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1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3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A77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3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3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66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4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4" name="Google Shape;114;p20"/>
          <p:cNvSpPr txBox="1"/>
          <p:nvPr>
            <p:ph type="ctrTitle"/>
          </p:nvPr>
        </p:nvSpPr>
        <p:spPr>
          <a:xfrm>
            <a:off x="1860425" y="530350"/>
            <a:ext cx="6112800" cy="77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b="0" lang="en" sz="2900">
                <a:solidFill>
                  <a:schemeClr val="dk2"/>
                </a:solidFill>
              </a:rPr>
              <a:t>Next non-duplicate index: </a:t>
            </a:r>
            <a:r>
              <a:rPr lang="en" sz="2900">
                <a:solidFill>
                  <a:schemeClr val="dk2"/>
                </a:solidFill>
              </a:rPr>
              <a:t>2</a:t>
            </a:r>
            <a:endParaRPr sz="2900">
              <a:solidFill>
                <a:schemeClr val="dk2"/>
              </a:solidFill>
            </a:endParaRPr>
          </a:p>
        </p:txBody>
      </p:sp>
      <p:sp>
        <p:nvSpPr>
          <p:cNvPr id="115" name="Google Shape;115;p20"/>
          <p:cNvSpPr txBox="1"/>
          <p:nvPr>
            <p:ph type="ctrTitle"/>
          </p:nvPr>
        </p:nvSpPr>
        <p:spPr>
          <a:xfrm>
            <a:off x="858700" y="4071350"/>
            <a:ext cx="7708500" cy="77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0" i="1" lang="en" sz="2900">
                <a:solidFill>
                  <a:schemeClr val="dk2"/>
                </a:solidFill>
              </a:rPr>
              <a:t>Check if </a:t>
            </a:r>
            <a:r>
              <a:rPr lang="en" sz="2900">
                <a:solidFill>
                  <a:schemeClr val="dk2"/>
                </a:solidFill>
              </a:rPr>
              <a:t>element[next non-duplicate index - 1]</a:t>
            </a:r>
            <a:r>
              <a:rPr b="0" lang="en" sz="2900">
                <a:solidFill>
                  <a:schemeClr val="dk2"/>
                </a:solidFill>
              </a:rPr>
              <a:t> != </a:t>
            </a:r>
            <a:r>
              <a:rPr b="0" lang="en" sz="2900" u="sng">
                <a:solidFill>
                  <a:schemeClr val="dk2"/>
                </a:solidFill>
                <a:highlight>
                  <a:srgbClr val="F96611"/>
                </a:highlight>
              </a:rPr>
              <a:t>current element </a:t>
            </a:r>
            <a:endParaRPr b="0" sz="27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0" name="Google Shape;120;p21"/>
          <p:cNvGraphicFramePr/>
          <p:nvPr/>
        </p:nvGraphicFramePr>
        <p:xfrm>
          <a:off x="952500" y="1587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{6889AA72-8034-4942-A799-95D02FB3FEAD}</a:tableStyleId>
              </a:tblPr>
              <a:tblGrid>
                <a:gridCol w="1447800"/>
                <a:gridCol w="1447800"/>
                <a:gridCol w="1447800"/>
                <a:gridCol w="1447800"/>
                <a:gridCol w="1447800"/>
              </a:tblGrid>
              <a:tr h="1205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1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3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A77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3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3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4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6611"/>
                    </a:solidFill>
                  </a:tcPr>
                </a:tc>
              </a:tr>
            </a:tbl>
          </a:graphicData>
        </a:graphic>
      </p:graphicFrame>
      <p:sp>
        <p:nvSpPr>
          <p:cNvPr id="121" name="Google Shape;121;p21"/>
          <p:cNvSpPr txBox="1"/>
          <p:nvPr>
            <p:ph type="ctrTitle"/>
          </p:nvPr>
        </p:nvSpPr>
        <p:spPr>
          <a:xfrm>
            <a:off x="1860425" y="530350"/>
            <a:ext cx="6112800" cy="77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b="0" lang="en" sz="2900">
                <a:solidFill>
                  <a:schemeClr val="dk2"/>
                </a:solidFill>
              </a:rPr>
              <a:t>Next non-duplicate index: </a:t>
            </a:r>
            <a:r>
              <a:rPr lang="en" sz="2900">
                <a:solidFill>
                  <a:schemeClr val="dk2"/>
                </a:solidFill>
              </a:rPr>
              <a:t>2</a:t>
            </a:r>
            <a:endParaRPr sz="2900">
              <a:solidFill>
                <a:schemeClr val="dk2"/>
              </a:solidFill>
            </a:endParaRPr>
          </a:p>
        </p:txBody>
      </p:sp>
      <p:sp>
        <p:nvSpPr>
          <p:cNvPr id="122" name="Google Shape;122;p21"/>
          <p:cNvSpPr txBox="1"/>
          <p:nvPr>
            <p:ph type="ctrTitle"/>
          </p:nvPr>
        </p:nvSpPr>
        <p:spPr>
          <a:xfrm>
            <a:off x="858700" y="4071350"/>
            <a:ext cx="7708500" cy="77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0" i="1" lang="en" sz="2900">
                <a:solidFill>
                  <a:schemeClr val="dk2"/>
                </a:solidFill>
              </a:rPr>
              <a:t>Check if </a:t>
            </a:r>
            <a:r>
              <a:rPr lang="en" sz="2900">
                <a:solidFill>
                  <a:schemeClr val="dk2"/>
                </a:solidFill>
              </a:rPr>
              <a:t>element[next non-duplicate index - 1]</a:t>
            </a:r>
            <a:r>
              <a:rPr b="0" lang="en" sz="2900">
                <a:solidFill>
                  <a:schemeClr val="dk2"/>
                </a:solidFill>
              </a:rPr>
              <a:t> != </a:t>
            </a:r>
            <a:r>
              <a:rPr b="0" lang="en" sz="2900" u="sng">
                <a:solidFill>
                  <a:schemeClr val="dk2"/>
                </a:solidFill>
                <a:highlight>
                  <a:srgbClr val="F96611"/>
                </a:highlight>
              </a:rPr>
              <a:t>current element </a:t>
            </a:r>
            <a:endParaRPr b="0" sz="27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7" name="Google Shape;127;p22"/>
          <p:cNvGraphicFramePr/>
          <p:nvPr/>
        </p:nvGraphicFramePr>
        <p:xfrm>
          <a:off x="952500" y="1587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{6889AA72-8034-4942-A799-95D02FB3FEAD}</a:tableStyleId>
              </a:tblPr>
              <a:tblGrid>
                <a:gridCol w="1447800"/>
                <a:gridCol w="1447800"/>
                <a:gridCol w="1447800"/>
                <a:gridCol w="1447800"/>
                <a:gridCol w="1447800"/>
              </a:tblGrid>
              <a:tr h="1205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1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3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A77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4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3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4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6611"/>
                    </a:solidFill>
                  </a:tcPr>
                </a:tc>
              </a:tr>
            </a:tbl>
          </a:graphicData>
        </a:graphic>
      </p:graphicFrame>
      <p:sp>
        <p:nvSpPr>
          <p:cNvPr id="128" name="Google Shape;128;p22"/>
          <p:cNvSpPr txBox="1"/>
          <p:nvPr>
            <p:ph type="ctrTitle"/>
          </p:nvPr>
        </p:nvSpPr>
        <p:spPr>
          <a:xfrm>
            <a:off x="1860425" y="530350"/>
            <a:ext cx="6112800" cy="77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b="0" lang="en" sz="2900">
                <a:solidFill>
                  <a:schemeClr val="dk2"/>
                </a:solidFill>
              </a:rPr>
              <a:t>Next non-duplicate index: </a:t>
            </a:r>
            <a:r>
              <a:rPr lang="en" sz="2900">
                <a:solidFill>
                  <a:schemeClr val="dk2"/>
                </a:solidFill>
              </a:rPr>
              <a:t>2</a:t>
            </a:r>
            <a:endParaRPr sz="2900">
              <a:solidFill>
                <a:schemeClr val="dk2"/>
              </a:solidFill>
            </a:endParaRPr>
          </a:p>
        </p:txBody>
      </p:sp>
      <p:sp>
        <p:nvSpPr>
          <p:cNvPr id="129" name="Google Shape;129;p22"/>
          <p:cNvSpPr txBox="1"/>
          <p:nvPr>
            <p:ph type="ctrTitle"/>
          </p:nvPr>
        </p:nvSpPr>
        <p:spPr>
          <a:xfrm>
            <a:off x="858700" y="4071350"/>
            <a:ext cx="7708500" cy="77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lang="en" sz="2700">
                <a:solidFill>
                  <a:schemeClr val="dk2"/>
                </a:solidFill>
              </a:rPr>
              <a:t>Replace element at </a:t>
            </a:r>
            <a:r>
              <a:rPr lang="en" sz="2700">
                <a:solidFill>
                  <a:schemeClr val="dk2"/>
                </a:solidFill>
              </a:rPr>
              <a:t>Next non-duplicate index</a:t>
            </a:r>
            <a:endParaRPr b="0" sz="2900" u="sng">
              <a:solidFill>
                <a:schemeClr val="dk2"/>
              </a:solidFill>
              <a:highlight>
                <a:srgbClr val="F96611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b="0" i="1" sz="2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4" name="Google Shape;134;p23"/>
          <p:cNvGraphicFramePr/>
          <p:nvPr/>
        </p:nvGraphicFramePr>
        <p:xfrm>
          <a:off x="952500" y="1587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{6889AA72-8034-4942-A799-95D02FB3FEAD}</a:tableStyleId>
              </a:tblPr>
              <a:tblGrid>
                <a:gridCol w="1447800"/>
                <a:gridCol w="1447800"/>
                <a:gridCol w="1447800"/>
                <a:gridCol w="1447800"/>
                <a:gridCol w="1447800"/>
              </a:tblGrid>
              <a:tr h="1205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1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3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A77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4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3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4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6611"/>
                    </a:solidFill>
                  </a:tcPr>
                </a:tc>
              </a:tr>
            </a:tbl>
          </a:graphicData>
        </a:graphic>
      </p:graphicFrame>
      <p:sp>
        <p:nvSpPr>
          <p:cNvPr id="135" name="Google Shape;135;p23"/>
          <p:cNvSpPr txBox="1"/>
          <p:nvPr>
            <p:ph type="ctrTitle"/>
          </p:nvPr>
        </p:nvSpPr>
        <p:spPr>
          <a:xfrm>
            <a:off x="1860425" y="530350"/>
            <a:ext cx="6112800" cy="77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b="0" lang="en" sz="2900">
                <a:solidFill>
                  <a:schemeClr val="dk2"/>
                </a:solidFill>
              </a:rPr>
              <a:t>Next non-duplicate index: </a:t>
            </a:r>
            <a:r>
              <a:rPr lang="en" sz="2900">
                <a:solidFill>
                  <a:schemeClr val="dk2"/>
                </a:solidFill>
              </a:rPr>
              <a:t>3</a:t>
            </a:r>
            <a:endParaRPr sz="2900">
              <a:solidFill>
                <a:schemeClr val="dk2"/>
              </a:solidFill>
            </a:endParaRPr>
          </a:p>
        </p:txBody>
      </p:sp>
      <p:sp>
        <p:nvSpPr>
          <p:cNvPr id="136" name="Google Shape;136;p23"/>
          <p:cNvSpPr txBox="1"/>
          <p:nvPr>
            <p:ph type="ctrTitle"/>
          </p:nvPr>
        </p:nvSpPr>
        <p:spPr>
          <a:xfrm>
            <a:off x="858700" y="4071350"/>
            <a:ext cx="7708500" cy="77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lang="en" sz="2700">
                <a:solidFill>
                  <a:schemeClr val="dk2"/>
                </a:solidFill>
              </a:rPr>
              <a:t>Increment </a:t>
            </a:r>
            <a:r>
              <a:rPr lang="en" sz="2700">
                <a:solidFill>
                  <a:schemeClr val="dk2"/>
                </a:solidFill>
              </a:rPr>
              <a:t>Next non-duplicate index</a:t>
            </a:r>
            <a:endParaRPr sz="2700" u="sng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0" i="1" lang="en" sz="2700">
                <a:solidFill>
                  <a:schemeClr val="dk2"/>
                </a:solidFill>
              </a:rPr>
              <a:t>Return </a:t>
            </a:r>
            <a:r>
              <a:rPr i="1" lang="en" sz="2700">
                <a:solidFill>
                  <a:schemeClr val="dk2"/>
                </a:solidFill>
              </a:rPr>
              <a:t>Next non-duplicate index</a:t>
            </a:r>
            <a:endParaRPr b="0" i="1" sz="27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4"/>
          <p:cNvSpPr txBox="1"/>
          <p:nvPr>
            <p:ph type="ctrTitle"/>
          </p:nvPr>
        </p:nvSpPr>
        <p:spPr>
          <a:xfrm>
            <a:off x="1065775" y="545900"/>
            <a:ext cx="7594800" cy="418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lang="en">
                <a:solidFill>
                  <a:schemeClr val="dk2"/>
                </a:solidFill>
              </a:rPr>
              <a:t>Time complexity </a:t>
            </a:r>
            <a:r>
              <a:rPr lang="en">
                <a:solidFill>
                  <a:schemeClr val="dk2"/>
                </a:solidFill>
              </a:rPr>
              <a:t>O(N)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0" lang="en">
                <a:solidFill>
                  <a:schemeClr val="dk2"/>
                </a:solidFill>
              </a:rPr>
              <a:t>Space complexity </a:t>
            </a:r>
            <a:r>
              <a:rPr lang="en">
                <a:solidFill>
                  <a:schemeClr val="dk2"/>
                </a:solidFill>
              </a:rPr>
              <a:t>O(1)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