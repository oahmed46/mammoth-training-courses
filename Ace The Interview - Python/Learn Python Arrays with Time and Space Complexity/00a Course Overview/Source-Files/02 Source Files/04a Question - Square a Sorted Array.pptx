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bd300107c3_0_1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bd300107c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300107c3_0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300107c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d300107c3_0_1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bd300107c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810300" y="182920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Square</a:t>
            </a:r>
            <a:r>
              <a:rPr b="0" lang="en" sz="4300">
                <a:solidFill>
                  <a:schemeClr val="dk2"/>
                </a:solidFill>
              </a:rPr>
              <a:t> a Sorted Array</a:t>
            </a:r>
            <a:endParaRPr b="0" i="1" sz="33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774600" y="1004400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600">
                <a:solidFill>
                  <a:schemeClr val="dk2"/>
                </a:solidFill>
              </a:rPr>
              <a:t>Given a </a:t>
            </a:r>
            <a:r>
              <a:rPr lang="en" sz="2600">
                <a:solidFill>
                  <a:schemeClr val="dk2"/>
                </a:solidFill>
              </a:rPr>
              <a:t>sorted array</a:t>
            </a:r>
            <a:r>
              <a:rPr b="0" lang="en" sz="2600">
                <a:solidFill>
                  <a:schemeClr val="dk2"/>
                </a:solidFill>
              </a:rPr>
              <a:t>, create a </a:t>
            </a:r>
            <a:r>
              <a:rPr lang="en" sz="2600">
                <a:solidFill>
                  <a:schemeClr val="dk2"/>
                </a:solidFill>
              </a:rPr>
              <a:t>new array</a:t>
            </a:r>
            <a:r>
              <a:rPr b="0" lang="en" sz="2600">
                <a:solidFill>
                  <a:schemeClr val="dk2"/>
                </a:solidFill>
              </a:rPr>
              <a:t> containing </a:t>
            </a:r>
            <a:r>
              <a:rPr b="0" lang="en" sz="2600" u="sng">
                <a:solidFill>
                  <a:schemeClr val="dk2"/>
                </a:solidFill>
              </a:rPr>
              <a:t>squares</a:t>
            </a:r>
            <a:r>
              <a:rPr b="0" lang="en" sz="2600">
                <a:solidFill>
                  <a:schemeClr val="dk2"/>
                </a:solidFill>
              </a:rPr>
              <a:t> of all the number of the input array in the sorted order. </a:t>
            </a:r>
            <a:endParaRPr b="0" sz="2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1165200" y="849450"/>
            <a:ext cx="7594800" cy="361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dk2"/>
                </a:solidFill>
              </a:rPr>
              <a:t>Input: </a:t>
            </a:r>
            <a:r>
              <a:rPr b="0" lang="en" sz="4600">
                <a:solidFill>
                  <a:schemeClr val="dk2"/>
                </a:solidFill>
              </a:rPr>
              <a:t>[</a:t>
            </a:r>
            <a:r>
              <a:rPr b="0" lang="en" sz="4600">
                <a:solidFill>
                  <a:schemeClr val="dk2"/>
                </a:solidFill>
              </a:rPr>
              <a:t>-1, 2, 2, 5, 7]</a:t>
            </a:r>
            <a:endParaRPr b="0" sz="4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4600">
                <a:solidFill>
                  <a:schemeClr val="dk2"/>
                </a:solidFill>
              </a:rPr>
              <a:t>Output: </a:t>
            </a:r>
            <a:r>
              <a:rPr b="0" lang="en" sz="4600">
                <a:solidFill>
                  <a:schemeClr val="dk2"/>
                </a:solidFill>
              </a:rPr>
              <a:t>[1, 4, 4, 25, 49] </a:t>
            </a:r>
            <a:endParaRPr b="0" i="1" sz="4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