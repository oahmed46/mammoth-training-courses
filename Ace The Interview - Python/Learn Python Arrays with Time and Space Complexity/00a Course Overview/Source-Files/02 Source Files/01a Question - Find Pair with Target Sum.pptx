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2104f2ff1_0_3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2104f2ff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3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2104f2ff1_0_3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2104f2ff1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5634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Find Pair </a:t>
            </a:r>
            <a:endParaRPr sz="3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chemeClr val="dk2"/>
                </a:solidFill>
              </a:rPr>
              <a:t>with Target Sum</a:t>
            </a:r>
            <a:endParaRPr b="0" i="1" sz="26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774600" y="1550125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dk2"/>
                </a:solidFill>
              </a:rPr>
              <a:t>Given an array of </a:t>
            </a:r>
            <a:r>
              <a:rPr lang="en" sz="2200">
                <a:solidFill>
                  <a:schemeClr val="dk2"/>
                </a:solidFill>
              </a:rPr>
              <a:t>sorted numbers</a:t>
            </a:r>
            <a:r>
              <a:rPr b="0" lang="en" sz="2200">
                <a:solidFill>
                  <a:schemeClr val="dk2"/>
                </a:solidFill>
              </a:rPr>
              <a:t> and a </a:t>
            </a:r>
            <a:r>
              <a:rPr lang="en" sz="2200">
                <a:solidFill>
                  <a:schemeClr val="dk2"/>
                </a:solidFill>
              </a:rPr>
              <a:t>target sum</a:t>
            </a:r>
            <a:r>
              <a:rPr b="0" lang="en" sz="2200">
                <a:solidFill>
                  <a:schemeClr val="dk2"/>
                </a:solidFill>
              </a:rPr>
              <a:t>, find a </a:t>
            </a:r>
            <a:r>
              <a:rPr lang="en" sz="2200">
                <a:solidFill>
                  <a:schemeClr val="dk2"/>
                </a:solidFill>
              </a:rPr>
              <a:t>pair in the array</a:t>
            </a:r>
            <a:r>
              <a:rPr b="0" lang="en" sz="2200">
                <a:solidFill>
                  <a:schemeClr val="dk2"/>
                </a:solidFill>
              </a:rPr>
              <a:t> whose sum is equal to the given target.</a:t>
            </a:r>
            <a:endParaRPr b="0"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200">
                <a:solidFill>
                  <a:schemeClr val="dk2"/>
                </a:solidFill>
              </a:rPr>
              <a:t>Write a function to </a:t>
            </a:r>
            <a:r>
              <a:rPr lang="en" sz="2200">
                <a:solidFill>
                  <a:schemeClr val="dk2"/>
                </a:solidFill>
              </a:rPr>
              <a:t>return the indices</a:t>
            </a:r>
            <a:r>
              <a:rPr b="0" lang="en" sz="2200">
                <a:solidFill>
                  <a:schemeClr val="dk2"/>
                </a:solidFill>
              </a:rPr>
              <a:t> of the two numbers (i.e. the pair) such that they add up to the given target. </a:t>
            </a:r>
            <a:endParaRPr b="0" sz="2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883775" y="740025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 </a:t>
            </a:r>
            <a:r>
              <a:rPr b="0" lang="en" sz="2900">
                <a:solidFill>
                  <a:schemeClr val="dk2"/>
                </a:solidFill>
              </a:rPr>
              <a:t>[1, 2, 3, 4, 6], target=6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[1, 3]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The numbers at index 1 and 3 add up to 6: 2+4=6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