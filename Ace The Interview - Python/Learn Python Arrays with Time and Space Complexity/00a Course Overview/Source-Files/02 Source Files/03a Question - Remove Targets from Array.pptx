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Robo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bd300107c3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bd300107c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d300107c3_0_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d300107c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d300107c3_0_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bd300107c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641625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</a:rPr>
              <a:t>Remove Targets </a:t>
            </a:r>
            <a:endParaRPr b="0" sz="3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900">
                <a:solidFill>
                  <a:schemeClr val="dk2"/>
                </a:solidFill>
              </a:rPr>
              <a:t>from Array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899675" y="1004400"/>
            <a:ext cx="7594800" cy="31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600">
                <a:solidFill>
                  <a:schemeClr val="dk2"/>
                </a:solidFill>
              </a:rPr>
              <a:t>Given an </a:t>
            </a:r>
            <a:r>
              <a:rPr lang="en" sz="2600">
                <a:solidFill>
                  <a:schemeClr val="dk2"/>
                </a:solidFill>
              </a:rPr>
              <a:t>unsorted array</a:t>
            </a:r>
            <a:r>
              <a:rPr b="0" lang="en" sz="2600">
                <a:solidFill>
                  <a:schemeClr val="dk2"/>
                </a:solidFill>
              </a:rPr>
              <a:t> of numbers and a </a:t>
            </a:r>
            <a:r>
              <a:rPr lang="en" sz="2600">
                <a:solidFill>
                  <a:schemeClr val="dk2"/>
                </a:solidFill>
              </a:rPr>
              <a:t>target</a:t>
            </a:r>
            <a:r>
              <a:rPr b="0" lang="en" sz="2600">
                <a:solidFill>
                  <a:schemeClr val="dk2"/>
                </a:solidFill>
              </a:rPr>
              <a:t>, remove all instances of </a:t>
            </a:r>
            <a:r>
              <a:rPr lang="en" sz="2600">
                <a:solidFill>
                  <a:schemeClr val="dk2"/>
                </a:solidFill>
              </a:rPr>
              <a:t>target </a:t>
            </a:r>
            <a:r>
              <a:rPr b="0" lang="en" sz="2600" u="sng">
                <a:solidFill>
                  <a:schemeClr val="dk2"/>
                </a:solidFill>
              </a:rPr>
              <a:t>in-place</a:t>
            </a:r>
            <a:r>
              <a:rPr b="0" lang="en" sz="2600">
                <a:solidFill>
                  <a:schemeClr val="dk2"/>
                </a:solidFill>
              </a:rPr>
              <a:t> and return the </a:t>
            </a:r>
            <a:r>
              <a:rPr b="0" lang="en" sz="2600" u="sng">
                <a:solidFill>
                  <a:schemeClr val="dk2"/>
                </a:solidFill>
              </a:rPr>
              <a:t>new length</a:t>
            </a:r>
            <a:r>
              <a:rPr b="0" lang="en" sz="2600">
                <a:solidFill>
                  <a:schemeClr val="dk2"/>
                </a:solidFill>
              </a:rPr>
              <a:t> of the array. </a:t>
            </a:r>
            <a:endParaRPr b="0" sz="2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1008850" y="677500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Input: </a:t>
            </a:r>
            <a:r>
              <a:rPr b="0" lang="en" sz="2900">
                <a:solidFill>
                  <a:schemeClr val="dk2"/>
                </a:solidFill>
              </a:rPr>
              <a:t>[</a:t>
            </a:r>
            <a:r>
              <a:rPr b="0" lang="en" sz="2900">
                <a:solidFill>
                  <a:schemeClr val="dk2"/>
                </a:solidFill>
              </a:rPr>
              <a:t>2, 2, 5, 6, 8, 8, 3</a:t>
            </a:r>
            <a:r>
              <a:rPr b="0" lang="en" sz="2900">
                <a:solidFill>
                  <a:schemeClr val="dk2"/>
                </a:solidFill>
              </a:rPr>
              <a:t>], </a:t>
            </a:r>
            <a:r>
              <a:rPr lang="en" sz="2900">
                <a:solidFill>
                  <a:schemeClr val="dk2"/>
                </a:solidFill>
              </a:rPr>
              <a:t>target</a:t>
            </a:r>
            <a:r>
              <a:rPr b="0" lang="en" sz="2900">
                <a:solidFill>
                  <a:schemeClr val="dk2"/>
                </a:solidFill>
              </a:rPr>
              <a:t>=8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Output: </a:t>
            </a:r>
            <a:r>
              <a:rPr b="0" lang="en" sz="2900">
                <a:solidFill>
                  <a:schemeClr val="dk2"/>
                </a:solidFill>
              </a:rPr>
              <a:t>5</a:t>
            </a:r>
            <a:endParaRPr b="0"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5</a:t>
            </a:r>
            <a:r>
              <a:rPr b="0" i="1" lang="en" sz="2900">
                <a:solidFill>
                  <a:schemeClr val="dk2"/>
                </a:solidFill>
              </a:rPr>
              <a:t> elements remaining after removing all instances of target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