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Robo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regular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c2104f2ff1_0_3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c2104f2ff1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c2104f2ff1_0_39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c2104f2ff1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c2104f2ff1_0_3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c2104f2ff1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669575" y="1563450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</a:rPr>
              <a:t>Remove Duplicates </a:t>
            </a:r>
            <a:r>
              <a:rPr b="0" lang="en" sz="3600">
                <a:solidFill>
                  <a:schemeClr val="dk2"/>
                </a:solidFill>
              </a:rPr>
              <a:t>from List</a:t>
            </a:r>
            <a:endParaRPr b="0" i="1" sz="26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821900" y="1692025"/>
            <a:ext cx="7594800" cy="31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chemeClr val="dk2"/>
                </a:solidFill>
              </a:rPr>
              <a:t>Given an array of </a:t>
            </a:r>
            <a:r>
              <a:rPr b="0" lang="en" sz="2200" u="sng">
                <a:solidFill>
                  <a:schemeClr val="dk2"/>
                </a:solidFill>
              </a:rPr>
              <a:t>sorted numbers</a:t>
            </a:r>
            <a:r>
              <a:rPr b="0" lang="en" sz="2200">
                <a:solidFill>
                  <a:schemeClr val="dk2"/>
                </a:solidFill>
              </a:rPr>
              <a:t>, </a:t>
            </a:r>
            <a:r>
              <a:rPr lang="en" sz="2200">
                <a:solidFill>
                  <a:schemeClr val="dk2"/>
                </a:solidFill>
              </a:rPr>
              <a:t>remove all duplicates</a:t>
            </a:r>
            <a:r>
              <a:rPr b="0" lang="en" sz="2200">
                <a:solidFill>
                  <a:schemeClr val="dk2"/>
                </a:solidFill>
              </a:rPr>
              <a:t> from it.</a:t>
            </a:r>
            <a:endParaRPr b="0"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chemeClr val="dk2"/>
                </a:solidFill>
              </a:rPr>
              <a:t>You should not use any extra space.</a:t>
            </a:r>
            <a:endParaRPr i="1"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200">
                <a:solidFill>
                  <a:schemeClr val="dk2"/>
                </a:solidFill>
              </a:rPr>
              <a:t>After removing the duplicates in-place, return the new length of the array. </a:t>
            </a:r>
            <a:endParaRPr b="0" i="1" sz="22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883775" y="740025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Input: </a:t>
            </a:r>
            <a:r>
              <a:rPr b="0" lang="en" sz="2900">
                <a:solidFill>
                  <a:schemeClr val="dk2"/>
                </a:solidFill>
              </a:rPr>
              <a:t>[2, 2, 2, 11]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Output: </a:t>
            </a:r>
            <a:r>
              <a:rPr b="0" lang="en" sz="2900">
                <a:solidFill>
                  <a:schemeClr val="dk2"/>
                </a:solidFill>
              </a:rPr>
              <a:t>2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Two elements </a:t>
            </a:r>
            <a:r>
              <a:rPr b="0" i="1" lang="en" sz="2900">
                <a:solidFill>
                  <a:schemeClr val="dk2"/>
                </a:solidFill>
              </a:rPr>
              <a:t>remaining</a:t>
            </a:r>
            <a:r>
              <a:rPr b="0" i="1" lang="en" sz="2900">
                <a:solidFill>
                  <a:schemeClr val="dk2"/>
                </a:solidFill>
              </a:rPr>
              <a:t> after removing the duplicates.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