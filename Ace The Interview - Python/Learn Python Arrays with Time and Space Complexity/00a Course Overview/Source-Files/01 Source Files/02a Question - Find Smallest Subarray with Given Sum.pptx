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Robo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2104f2ff1_0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2104f2ff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2104f2ff1_0_1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2104f2ff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2104f2ff1_0_1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c2104f2ff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296575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Find Smallest Subarray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2"/>
                </a:solidFill>
              </a:rPr>
              <a:t>with Given Sum</a:t>
            </a:r>
            <a:endParaRPr b="0" i="1" sz="20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774600" y="1719950"/>
            <a:ext cx="7594800" cy="31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Given an array of positive numbers and a positive number ‘S’, find the length of the </a:t>
            </a:r>
            <a:r>
              <a:rPr lang="en" sz="2400">
                <a:solidFill>
                  <a:schemeClr val="dk2"/>
                </a:solidFill>
              </a:rPr>
              <a:t>smallest contiguous subarray</a:t>
            </a:r>
            <a:r>
              <a:rPr b="0" lang="en" sz="2400">
                <a:solidFill>
                  <a:schemeClr val="dk2"/>
                </a:solidFill>
              </a:rPr>
              <a:t> whose sum is greater than or equal to ‘S’.</a:t>
            </a:r>
            <a:endParaRPr b="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400">
                <a:solidFill>
                  <a:schemeClr val="dk2"/>
                </a:solidFill>
              </a:rPr>
              <a:t>Return 0, if no such subarray exists. </a:t>
            </a:r>
            <a:endParaRPr b="0" i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883775" y="740025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Input:</a:t>
            </a:r>
            <a:r>
              <a:rPr b="0" lang="en" sz="2900">
                <a:solidFill>
                  <a:schemeClr val="dk2"/>
                </a:solidFill>
              </a:rPr>
              <a:t> </a:t>
            </a:r>
            <a:r>
              <a:rPr b="0" lang="en" sz="2900">
                <a:solidFill>
                  <a:schemeClr val="dk2"/>
                </a:solidFill>
              </a:rPr>
              <a:t>[2, 1, 5, 2, 3, 2], S=7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Output: </a:t>
            </a:r>
            <a:r>
              <a:rPr b="0" lang="en" sz="2900">
                <a:solidFill>
                  <a:schemeClr val="dk2"/>
                </a:solidFill>
              </a:rPr>
              <a:t>2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The smallest subarray with a sum greater than or equal to '7' is [5, 2].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