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2104f2ff1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2104f2ff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9d3baf6d5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9d3baf6d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930d151af3_0_1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930d151af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104f2ff1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c2104f2ff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72005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Maximum Sum Subarray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2"/>
                </a:solidFill>
              </a:rPr>
              <a:t>of Size K</a:t>
            </a:r>
            <a:endParaRPr b="0"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823125" y="895050"/>
            <a:ext cx="7594800" cy="31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Given an array of </a:t>
            </a:r>
            <a:r>
              <a:rPr lang="en" sz="2400">
                <a:solidFill>
                  <a:schemeClr val="dk2"/>
                </a:solidFill>
              </a:rPr>
              <a:t>positive numbers</a:t>
            </a:r>
            <a:r>
              <a:rPr b="0" lang="en" sz="2400">
                <a:solidFill>
                  <a:schemeClr val="dk2"/>
                </a:solidFill>
              </a:rPr>
              <a:t> and a positive number ‘k’, find the </a:t>
            </a:r>
            <a:r>
              <a:rPr lang="en" sz="2400">
                <a:solidFill>
                  <a:schemeClr val="dk2"/>
                </a:solidFill>
              </a:rPr>
              <a:t>maximum sum of any contiguous subarray</a:t>
            </a:r>
            <a:r>
              <a:rPr b="0" lang="en" sz="2400">
                <a:solidFill>
                  <a:schemeClr val="dk2"/>
                </a:solidFill>
              </a:rPr>
              <a:t> of size ‘k’.</a:t>
            </a:r>
            <a:endParaRPr b="0" sz="24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1065750" y="218375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Input: </a:t>
            </a:r>
            <a:r>
              <a:rPr b="0" lang="en" sz="2900">
                <a:solidFill>
                  <a:schemeClr val="dk2"/>
                </a:solidFill>
              </a:rPr>
              <a:t>[2, 1, 5, 1, 3, 2], k=3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Output: </a:t>
            </a:r>
            <a:r>
              <a:rPr b="0" lang="en" sz="2900">
                <a:solidFill>
                  <a:schemeClr val="dk2"/>
                </a:solidFill>
              </a:rPr>
              <a:t>9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Subarray with maximum sum is [5, 1, 3]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1065750" y="218375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Input: </a:t>
            </a:r>
            <a:r>
              <a:rPr b="0" lang="en" sz="2900">
                <a:solidFill>
                  <a:schemeClr val="dk2"/>
                </a:solidFill>
              </a:rPr>
              <a:t>[2, 3, 4, 1, 5], k=2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Output: </a:t>
            </a:r>
            <a:r>
              <a:rPr b="0" lang="en" sz="2900">
                <a:solidFill>
                  <a:schemeClr val="dk2"/>
                </a:solidFill>
              </a:rPr>
              <a:t>7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Subarray with maximum sum is [3, 4]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